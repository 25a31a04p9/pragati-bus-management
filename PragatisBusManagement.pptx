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814816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033772"/>
            <a:ext cx="8814816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Engineering College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1874520"/>
            <a:ext cx="6949440" cy="1188720"/>
          </a:xfrm>
          <a:prstGeom prst="rect">
            <a:avLst/>
          </a:prstGeom>
          <a:solidFill>
            <a:srgbClr val="0E7C7B">
              <a:alpha val="85000"/>
            </a:srgbClr>
          </a:solidFill>
          <a:ln w="19050">
            <a:solidFill>
              <a:srgbClr val="14A8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874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PRAGATI BUS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7160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Parking &amp; Fee Management System in 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420624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Mahalakshmi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25A31A04L6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611880"/>
            <a:ext cx="420624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Deepika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25A31A04L7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160520"/>
            <a:ext cx="420624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Bhaskara Krishna Devi Prasad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25A31A04O3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4160520"/>
            <a:ext cx="420624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4608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Bhagamath Vathsa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25A31A04P9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68680"/>
            <a:ext cx="5029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987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Pragati Bus Management?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 program that manages vehicle parking operations.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up to 10 vehicles (Cars, Bikes, Buses) simultaneously.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vehicle's number, type, and entry timestamp.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parking fees automatically at ₹20 per hour.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with admin password authentication on startup.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all active parking records to a file on exit.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77840" y="914400"/>
            <a:ext cx="3200400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95097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76656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Slots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577840" y="1828800"/>
            <a:ext cx="32004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186537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7665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77840" y="2743200"/>
            <a:ext cx="3200400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277977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577840" y="3657600"/>
            <a:ext cx="32004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69417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1hr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7665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Charge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Features &amp; Modules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3327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" y="1033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Login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1554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entry with goto-based retry loop.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0" y="86868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332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22192" y="1033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Entry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37560" y="1554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vehicle number, type and Unix entry timestamp.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86868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3327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93992" y="1033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Exit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09360" y="155448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vehicle, bills fee, shifts array to remove slot.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28600" y="283464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9923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0392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 Calculation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65760" y="35204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₹20/hr via difftime(); minimum 1-hour charge enforced.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2999232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22192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Parking Status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337560" y="35204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Tabulates all parked vehicles with human-readable time.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172200" y="283464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999232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93992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to File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309360" y="35204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all records to parking_data.txt before exit.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Structure — Struct, Globals &amp; Functions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11480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 &amp; Globals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1316736"/>
            <a:ext cx="3877056" cy="329184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08176"/>
            <a:ext cx="36941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PASSWORD "admin123"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Vehicle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num[20];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type[10];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time_t entryTime;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Vehicle park[MAX];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tracks how many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vehicles are parked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841248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1298448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password authentication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184708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vehicleEntry()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 new vehicle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2395728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450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vehicleExit()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vehicle &amp; bill fee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00600" y="294436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showStatus()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parked vehicles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3493008"/>
            <a:ext cx="3840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saveToFile()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to .txt file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00600" y="404164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92040" y="4096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calculateFee()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665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hourly parking fee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main() — Program Entry &amp; Menu Loop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572000" cy="388620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932688"/>
            <a:ext cx="438912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choice;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login();  // enforce auth first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(1)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printf("1. Park Vehicle\n");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printf("2. Exit Vehicle\n");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printf("3. Show Status\n");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printf("4. Save &amp; Exit\n");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&amp;choice);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(choice)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1: vehicleEntry();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2: vehicleExit(); 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3: showStatus();  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4: saveToFile();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exit(0);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74920" y="86868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 Loop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1197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while(1) keeps the menu active until the user explicitly chooses option 4.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74920" y="182880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login() First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21579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before the menu so no operation is accessible without authentication.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74920" y="278892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0368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switch-case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0368" y="3118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maps directly to one function — clean, readable dispatch.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74920" y="374904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0368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exit(0)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30368" y="40782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data then terminates the process cleanly via stdlib exit().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login() — Admin Authentication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57200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961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261872"/>
            <a:ext cx="4370832" cy="3401568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53312"/>
            <a:ext cx="4187952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login()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pass[20];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printf("Enter Password: 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tryAgain: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scanf("%s", pass);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(strcmp(pass,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PASSWORD) != 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printf("Wrong! Try Again.\n");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goto tryAgain;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printf("Login Successful!\n");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74920" y="841248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57800" y="8961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66360" y="1362456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362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59552" y="13533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pass[20]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59552" y="15636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stores the entered password string.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66360" y="2020824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59552" y="20116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scanf("%s", pass)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59552" y="2221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input without spaces into the buffer.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166360" y="2679192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59552" y="26700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strcmp()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59552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input with the hardcoded PASSWORD constant.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66360" y="3337560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59552" y="332841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tryAgain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559552" y="3538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mismatch, jumps back to label — retry loop.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66360" y="3995928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59552" y="3986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Successful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559552" y="4197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confirmed; returns to main() menu.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120640" y="4224528"/>
            <a:ext cx="37033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93792" y="4251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Note: 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is a valid C construct, though modern code prefers do-while loops.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vehicleEntry() — Parking a Vehicle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572000" cy="388620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932688"/>
            <a:ext cx="438912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vehicleEntry()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(count &gt;= MAX)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printf("Parking Full!\n");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printf("Enter Vehicle Number: 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scanf("%s", park[count].num);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printf("Enter Type (Car/Bike/Bus): 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scanf("%s", park[count].type);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park[count].entryTime = time(NULL);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printf("Parked Successfully!\n");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74920" y="86868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Check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1197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count with MAX (10). If full, exits immediately with a message.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74920" y="182880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park[count]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21579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current count as index to write into the next free slot of the array.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74920" y="278892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0368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time(NULL)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0368" y="3118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current Unix timestamp (seconds since epoch) as entryTime.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74920" y="374904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0368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count++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30368" y="40782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after filling the slot — ensures next entry goes to next index.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vehicleExit() — Removing a Vehicle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57200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961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261872"/>
            <a:ext cx="4370832" cy="3401568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53312"/>
            <a:ext cx="4187952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vehicleExit()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num[20];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scanf("%s", num);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i&lt;count;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(strcmp(park[i].num,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num) == 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time_t exitTime = time(NULL);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double fee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calculateFee(park[i]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.entryTime, exitTime);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printf("Fee: ₹%.2f\n", fee);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shift array left: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(j=i; j&lt;count-1; j++)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park[j] = park[j+1];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count--;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74920" y="841248"/>
            <a:ext cx="37947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8961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Logic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66360" y="1335024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335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59552" y="13258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Search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59552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park[] comparing vehicle numbers with strcmp().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66360" y="1993392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59552" y="19842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exitTime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59552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current time to compute duration alongside entryTime.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166360" y="2651760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59552" y="264261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calculateFee()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59552" y="28529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entry and exit timestamps; returns ₹ amount owed.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66360" y="3310128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59552" y="33009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Left Shift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559552" y="35112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vacated slot by moving all subsequent records one step left.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66360" y="3968496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3968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59552" y="39593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count--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559552" y="4169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Decrements occupied count, freeing the last slot for next entry.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calculateFee() — Fee Calculation Logic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572000" cy="256032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932688"/>
            <a:ext cx="43891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calculateFee(time_t entry,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time_t exit)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diff = difftime(exit, entry);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hours = diff / 3600.0;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(hours &lt; 1) hours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minimum 1-hour charge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hours * 20;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₹20 per hour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3493008"/>
            <a:ext cx="4572000" cy="118872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 Examples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858768"/>
          <a:ext cx="4407408" cy="768096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28016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Billed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30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1 hr (min)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₹20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2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2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₹40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5.5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5.5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A261"/>
                          </a:solidFill>
                        </a:rPr>
                        <a:t>₹110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074920" y="86868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30368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difftime()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30368" y="1197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standard library function — returns difference between two time_t values in seconds.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74920" y="182880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3036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 3600.0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230368" y="21579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seconds to fractional hours. Using 3600.0 ensures floating-point division.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74920" y="278892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30368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Charge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230368" y="3118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stay under 1 hour is billed as 1 hour — guards against near-zero or zero durations.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074920" y="3749040"/>
            <a:ext cx="37947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30368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Value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230368" y="40782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double (₹ amount) which vehicleExit() prints with printf("%.2f").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showStatus() &amp; saveToFile()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Bus Management | C Programming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841248"/>
            <a:ext cx="416052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96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showStatus()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1261872"/>
            <a:ext cx="3950208" cy="205740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53312"/>
            <a:ext cx="376732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showStatus()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i&lt;count;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ctime(&amp;park[i].entryTime);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t[strlen(t)-1] = '\0';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strips trailing newline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printf("%d\t%s\t%s\t%s\n",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i+1, park[i].num,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park[i].type,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340156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ctime() converts time_t → human-readable string like "Mon Apr 14 09:30:00 2025".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char of ctime() is always '\n'; it's overwritten with '\0' to avoid double newlines.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printed tab-separated for a neat console table layout.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841248"/>
            <a:ext cx="4160520" cy="38862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896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saveToFile()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82312" y="1261872"/>
            <a:ext cx="3950208" cy="2057400"/>
          </a:xfrm>
          <a:prstGeom prst="rect">
            <a:avLst/>
          </a:prstGeom>
          <a:solidFill>
            <a:srgbClr val="07111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353312"/>
            <a:ext cx="376732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saveToFile()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*fp = fopen(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"parking_data.txt", "w");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(fp == NULL)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printf("Error!\n");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i=0; i&lt;count; i++)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fprintf(fp, "%s %s %lld\n",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park[i].num, park[i].type,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(long long)park[i].entryTime);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fclose(fp);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A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46320" y="340156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fopen() in "w" mode creates or overwrites parking_data.txt.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%lld casts time_t to long long for portable file storage of timestamps.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fclose() flushes the buffer and releases the file handle cleanly.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814816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070348"/>
            <a:ext cx="8814816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6459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777240"/>
            <a:ext cx="4160520" cy="2926080"/>
          </a:xfrm>
          <a:prstGeom prst="rect">
            <a:avLst/>
          </a:prstGeom>
          <a:solidFill>
            <a:srgbClr val="1B2E4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What We Achieved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29844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parking management in 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 calculation with difftime()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authentication via strcmp()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 management for slot tracking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data persistence with fprintf()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777240"/>
            <a:ext cx="4160520" cy="292608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29844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interface with graphics.h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 / MySQL)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reservation &amp; pre-booking system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parking floor support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SMS fee alert integration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371600" y="3794760"/>
            <a:ext cx="64008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|  Questions Welcome!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Pragati Bus Management</dc:title>
  <dc:subject>PptxGenJS Presentation</dc:subject>
  <dc:creator>PptxGenJS</dc:creator>
  <cp:lastModifiedBy>PptxGenJS</cp:lastModifiedBy>
  <cp:revision>1</cp:revision>
  <dcterms:created xsi:type="dcterms:W3CDTF">2026-04-13T20:47:09Z</dcterms:created>
  <dcterms:modified xsi:type="dcterms:W3CDTF">2026-04-13T20:47:09Z</dcterms:modified>
</cp:coreProperties>
</file>